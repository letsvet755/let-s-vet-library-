
<file path=[Content_Types].xml><?xml version="1.0" encoding="utf-8"?>
<Types xmlns="http://schemas.openxmlformats.org/package/2006/content-types">
  <Default Extension="bmp" ContentType="image/bmp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3" Type="http://schemas.openxmlformats.org/officeDocument/2006/relationships/slide" Target="slides/slide2.xml" /><Relationship Id="rId21" Type="http://schemas.openxmlformats.org/officeDocument/2006/relationships/viewProps" Target="viewProp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tableStyles" Target="tableStyle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4/25/2026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4/25/2026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1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bmp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bmp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bmp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bmp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bmp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bmp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bmp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bmp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bmp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bmp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bmp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bmp" /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AE968-166D-163A-A9A8-D90780F3D7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7889" y="527134"/>
            <a:ext cx="8676222" cy="3200400"/>
          </a:xfrm>
        </p:spPr>
        <p:txBody>
          <a:bodyPr/>
          <a:lstStyle/>
          <a:p>
            <a:r>
              <a:rPr lang="en-GB" dirty="0"/>
              <a:t>Dentition of horse exam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20D417-5BF9-9C2B-ADA5-CF343A5312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7889" y="4884058"/>
            <a:ext cx="8676222" cy="1905000"/>
          </a:xfrm>
        </p:spPr>
        <p:txBody>
          <a:bodyPr/>
          <a:lstStyle/>
          <a:p>
            <a:r>
              <a:rPr lang="en-GB" dirty="0"/>
              <a:t>By </a:t>
            </a:r>
            <a:r>
              <a:rPr lang="en-GB" dirty="0" err="1"/>
              <a:t>youssef</a:t>
            </a:r>
            <a:r>
              <a:rPr lang="en-GB" dirty="0"/>
              <a:t> </a:t>
            </a:r>
            <a:r>
              <a:rPr lang="en-GB" dirty="0" err="1"/>
              <a:t>samir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17396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F3D81-A6D0-C9AA-DCB8-AF5E9A386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418442"/>
            <a:ext cx="10501415" cy="3529610"/>
          </a:xfrm>
        </p:spPr>
        <p:txBody>
          <a:bodyPr/>
          <a:lstStyle/>
          <a:p>
            <a:r>
              <a:rPr lang="en-GB" dirty="0"/>
              <a:t>What is the age of the animal? And why?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9460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5C4A0A8-48D6-6150-72D0-0F6FB7FA64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1884" y="198441"/>
            <a:ext cx="5022272" cy="669419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9BEACE5-801E-1A93-14EE-C1D49A512B1E}"/>
              </a:ext>
            </a:extLst>
          </p:cNvPr>
          <p:cNvSpPr txBox="1"/>
          <p:nvPr/>
        </p:nvSpPr>
        <p:spPr>
          <a:xfrm>
            <a:off x="866897" y="1007093"/>
            <a:ext cx="2448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Sample 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0807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F048BCF-7D00-816E-49B2-F88DA940A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7727" y="404092"/>
            <a:ext cx="4554926" cy="60714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0C9961E-9172-7D76-FA3C-303D9E8B87DF}"/>
              </a:ext>
            </a:extLst>
          </p:cNvPr>
          <p:cNvSpPr txBox="1"/>
          <p:nvPr/>
        </p:nvSpPr>
        <p:spPr>
          <a:xfrm>
            <a:off x="578261" y="1196768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Sample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3877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342E7BC-010C-4891-1547-F44A5E08DB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4026" y="263411"/>
            <a:ext cx="4725389" cy="63025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49E1347-437C-5A29-2806-78FCDEC4A31C}"/>
              </a:ext>
            </a:extLst>
          </p:cNvPr>
          <p:cNvSpPr txBox="1"/>
          <p:nvPr/>
        </p:nvSpPr>
        <p:spPr>
          <a:xfrm>
            <a:off x="899885" y="1856509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Sample 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0880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E128CD7-0A66-609F-A1DB-EF93FEC4CE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9423" y="364313"/>
            <a:ext cx="4595772" cy="61258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9BDF0C2-A857-21BB-4D4B-D99B2C79BA50}"/>
              </a:ext>
            </a:extLst>
          </p:cNvPr>
          <p:cNvSpPr txBox="1"/>
          <p:nvPr/>
        </p:nvSpPr>
        <p:spPr>
          <a:xfrm>
            <a:off x="941119" y="2120405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 err="1"/>
              <a:t>Samlpe</a:t>
            </a:r>
            <a:r>
              <a:rPr lang="en-GB" dirty="0"/>
              <a:t> 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86661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59FA6CC-AC34-A05E-FF5F-CEA290A72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4754" y="122479"/>
            <a:ext cx="4931869" cy="65738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BBA60F3-AAF8-A25A-6A71-E447527C4369}"/>
              </a:ext>
            </a:extLst>
          </p:cNvPr>
          <p:cNvSpPr txBox="1"/>
          <p:nvPr/>
        </p:nvSpPr>
        <p:spPr>
          <a:xfrm>
            <a:off x="1147287" y="2359561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Sample 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26960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14E30E5-409E-AA91-11E6-B4C64D4F57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2597" y="32451"/>
            <a:ext cx="5080000" cy="6775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B7BAE8E-2466-1EB8-A192-5F680DD62D4C}"/>
              </a:ext>
            </a:extLst>
          </p:cNvPr>
          <p:cNvSpPr txBox="1"/>
          <p:nvPr/>
        </p:nvSpPr>
        <p:spPr>
          <a:xfrm>
            <a:off x="1147288" y="2425535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Sample 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04382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E18CC96-2CDE-711F-C022-D7CA83DC2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2597" y="52131"/>
            <a:ext cx="5088247" cy="67823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A7FA8AC-517F-374E-AD02-923D3F799BBB}"/>
              </a:ext>
            </a:extLst>
          </p:cNvPr>
          <p:cNvSpPr txBox="1"/>
          <p:nvPr/>
        </p:nvSpPr>
        <p:spPr>
          <a:xfrm>
            <a:off x="1279235" y="2458522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Sample 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2478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64FA45B-EB11-A122-6BF3-DCAA6903B1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3832" y="79713"/>
            <a:ext cx="5005778" cy="66700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B6FCEA9-FF1B-A766-39F4-1E73A456FC9B}"/>
              </a:ext>
            </a:extLst>
          </p:cNvPr>
          <p:cNvSpPr txBox="1"/>
          <p:nvPr/>
        </p:nvSpPr>
        <p:spPr>
          <a:xfrm>
            <a:off x="1254495" y="2540989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Sample 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78255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DE10EEF-6BD6-15D8-55B4-3EDBB000ED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3116" y="22540"/>
            <a:ext cx="5137727" cy="68503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9266AA4-6051-386C-B845-5BD9D7120F9B}"/>
              </a:ext>
            </a:extLst>
          </p:cNvPr>
          <p:cNvSpPr txBox="1"/>
          <p:nvPr/>
        </p:nvSpPr>
        <p:spPr>
          <a:xfrm>
            <a:off x="1205015" y="2075047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Sample 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35562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436299D-29AD-AACD-C181-E12799A11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9610" y="13663"/>
            <a:ext cx="5129481" cy="68350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87FA4C2-2DF8-07CB-BAED-D78D1AC12A72}"/>
              </a:ext>
            </a:extLst>
          </p:cNvPr>
          <p:cNvSpPr txBox="1"/>
          <p:nvPr/>
        </p:nvSpPr>
        <p:spPr>
          <a:xfrm>
            <a:off x="5179950" y="2516249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56BEA1-BD45-E385-8BA1-D231C0403145}"/>
              </a:ext>
            </a:extLst>
          </p:cNvPr>
          <p:cNvSpPr txBox="1"/>
          <p:nvPr/>
        </p:nvSpPr>
        <p:spPr>
          <a:xfrm>
            <a:off x="957612" y="1947223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Sample 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49148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1A891D0-03EE-28B7-5886-E4126A77D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6104" y="23550"/>
            <a:ext cx="5104739" cy="68043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563D55D-B1D7-FC0D-ABF9-4FF539AED0CF}"/>
              </a:ext>
            </a:extLst>
          </p:cNvPr>
          <p:cNvSpPr txBox="1"/>
          <p:nvPr/>
        </p:nvSpPr>
        <p:spPr>
          <a:xfrm>
            <a:off x="1106054" y="2202872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Sample 11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0755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5F2E9C8-4B33-23A2-DF61-79A7B448D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4871" y="35635"/>
            <a:ext cx="5137726" cy="684607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83ECE66-5248-1851-DF48-D25E6A9CE953}"/>
              </a:ext>
            </a:extLst>
          </p:cNvPr>
          <p:cNvSpPr txBox="1"/>
          <p:nvPr/>
        </p:nvSpPr>
        <p:spPr>
          <a:xfrm>
            <a:off x="957612" y="2194626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Sample 12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3698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08716-91DB-42C2-B43A-DF6D4A93C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530" y="1467261"/>
            <a:ext cx="10717418" cy="3571505"/>
          </a:xfrm>
        </p:spPr>
        <p:txBody>
          <a:bodyPr/>
          <a:lstStyle/>
          <a:p>
            <a:r>
              <a:rPr lang="en-GB" dirty="0"/>
              <a:t>Answers: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98555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2B20198-30A2-4F7C-2A73-E16DB82B26D1}"/>
              </a:ext>
            </a:extLst>
          </p:cNvPr>
          <p:cNvSpPr txBox="1"/>
          <p:nvPr/>
        </p:nvSpPr>
        <p:spPr>
          <a:xfrm>
            <a:off x="898895" y="454560"/>
            <a:ext cx="100033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Sample 1:</a:t>
            </a:r>
          </a:p>
          <a:p>
            <a:pPr algn="l"/>
            <a:r>
              <a:rPr lang="en-GB" dirty="0"/>
              <a:t>Age: 5 years</a:t>
            </a:r>
          </a:p>
          <a:p>
            <a:pPr algn="l"/>
            <a:r>
              <a:rPr lang="en-GB" dirty="0"/>
              <a:t>Reason: Full </a:t>
            </a:r>
            <a:r>
              <a:rPr lang="en-GB" dirty="0" err="1"/>
              <a:t>permenant</a:t>
            </a:r>
            <a:r>
              <a:rPr lang="en-GB" dirty="0"/>
              <a:t> mouth, infundibulum is clear, no </a:t>
            </a:r>
            <a:r>
              <a:rPr lang="en-GB" dirty="0" err="1"/>
              <a:t>hock,galvayne</a:t>
            </a:r>
            <a:r>
              <a:rPr lang="en-GB" dirty="0"/>
              <a:t> </a:t>
            </a:r>
            <a:r>
              <a:rPr lang="en-GB" dirty="0" err="1"/>
              <a:t>groove,enamel</a:t>
            </a:r>
            <a:r>
              <a:rPr lang="en-GB" dirty="0"/>
              <a:t> rings or dental star present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790689-15E2-8760-9402-F40C0C299245}"/>
              </a:ext>
            </a:extLst>
          </p:cNvPr>
          <p:cNvSpPr txBox="1"/>
          <p:nvPr/>
        </p:nvSpPr>
        <p:spPr>
          <a:xfrm>
            <a:off x="898895" y="1902292"/>
            <a:ext cx="115866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Sample 2:</a:t>
            </a:r>
          </a:p>
          <a:p>
            <a:pPr algn="l"/>
            <a:r>
              <a:rPr lang="en-GB" dirty="0"/>
              <a:t>Age: 17 years</a:t>
            </a:r>
          </a:p>
          <a:p>
            <a:pPr algn="l"/>
            <a:r>
              <a:rPr lang="en-GB" dirty="0"/>
              <a:t>Reason: hock (notch) in the upper </a:t>
            </a:r>
            <a:r>
              <a:rPr lang="en-GB" dirty="0" err="1"/>
              <a:t>corner,galvayne</a:t>
            </a:r>
            <a:r>
              <a:rPr lang="en-GB" dirty="0"/>
              <a:t> groove almost reached the whole length, in addition to dental star in </a:t>
            </a:r>
            <a:r>
              <a:rPr lang="en-GB" dirty="0" err="1"/>
              <a:t>incisors,indicates</a:t>
            </a:r>
            <a:r>
              <a:rPr lang="en-GB" dirty="0"/>
              <a:t> it’s 17 years old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24D492-35FC-A287-1D5D-C8DC382BA9DE}"/>
              </a:ext>
            </a:extLst>
          </p:cNvPr>
          <p:cNvSpPr txBox="1"/>
          <p:nvPr/>
        </p:nvSpPr>
        <p:spPr>
          <a:xfrm>
            <a:off x="898895" y="3350024"/>
            <a:ext cx="44769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Sample 3:</a:t>
            </a:r>
          </a:p>
          <a:p>
            <a:pPr algn="l"/>
            <a:r>
              <a:rPr lang="en-GB" dirty="0"/>
              <a:t>Age: 1 year</a:t>
            </a:r>
          </a:p>
          <a:p>
            <a:pPr algn="l"/>
            <a:r>
              <a:rPr lang="en-GB" dirty="0"/>
              <a:t>Reason: full temporary mouth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62D051-CBEC-6088-EC86-93C3E101BDE7}"/>
              </a:ext>
            </a:extLst>
          </p:cNvPr>
          <p:cNvSpPr txBox="1"/>
          <p:nvPr/>
        </p:nvSpPr>
        <p:spPr>
          <a:xfrm>
            <a:off x="898895" y="4652159"/>
            <a:ext cx="100033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Sample 4: </a:t>
            </a:r>
          </a:p>
          <a:p>
            <a:pPr algn="l"/>
            <a:r>
              <a:rPr lang="en-GB" dirty="0"/>
              <a:t>Age: 30 years</a:t>
            </a:r>
          </a:p>
          <a:p>
            <a:pPr algn="l"/>
            <a:r>
              <a:rPr lang="en-GB" dirty="0"/>
              <a:t>Reason: </a:t>
            </a:r>
            <a:r>
              <a:rPr lang="en-GB" dirty="0" err="1"/>
              <a:t>galvayne</a:t>
            </a:r>
            <a:r>
              <a:rPr lang="en-GB" dirty="0"/>
              <a:t> groove completely disappeared and dental stars are present in all incisors, narrower mouth angle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631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3500E54-051F-306C-9917-A7C1E4649695}"/>
              </a:ext>
            </a:extLst>
          </p:cNvPr>
          <p:cNvSpPr txBox="1"/>
          <p:nvPr/>
        </p:nvSpPr>
        <p:spPr>
          <a:xfrm>
            <a:off x="494805" y="413327"/>
            <a:ext cx="114250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Sample 5:</a:t>
            </a:r>
          </a:p>
          <a:p>
            <a:pPr algn="l"/>
            <a:r>
              <a:rPr lang="en-GB" dirty="0"/>
              <a:t>Age: 8 years (8-9)</a:t>
            </a:r>
          </a:p>
          <a:p>
            <a:pPr algn="l"/>
            <a:r>
              <a:rPr lang="en-GB" dirty="0"/>
              <a:t>Reason: infundibulum disappearance And appearance of enamel ring in the central pair of incisors, which indicates That it’s 8-9 years old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C9BB33-84C2-68C7-F28F-204F86078652}"/>
              </a:ext>
            </a:extLst>
          </p:cNvPr>
          <p:cNvSpPr txBox="1"/>
          <p:nvPr/>
        </p:nvSpPr>
        <p:spPr>
          <a:xfrm>
            <a:off x="494805" y="1724561"/>
            <a:ext cx="108032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Sample 6:</a:t>
            </a:r>
          </a:p>
          <a:p>
            <a:pPr algn="l"/>
            <a:r>
              <a:rPr lang="en-GB" dirty="0"/>
              <a:t>Age: 4 years</a:t>
            </a:r>
          </a:p>
          <a:p>
            <a:pPr algn="l"/>
            <a:r>
              <a:rPr lang="en-GB" dirty="0"/>
              <a:t>Reason: the central and lateral incisors </a:t>
            </a:r>
            <a:r>
              <a:rPr lang="en-GB" dirty="0" err="1"/>
              <a:t>errupted</a:t>
            </a:r>
            <a:r>
              <a:rPr lang="en-GB" dirty="0"/>
              <a:t>, while the corners didn’t 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684F07-6EF2-B096-7B29-CF2C216020C2}"/>
              </a:ext>
            </a:extLst>
          </p:cNvPr>
          <p:cNvSpPr txBox="1"/>
          <p:nvPr/>
        </p:nvSpPr>
        <p:spPr>
          <a:xfrm>
            <a:off x="494805" y="3035795"/>
            <a:ext cx="105970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Sample 7:</a:t>
            </a:r>
          </a:p>
          <a:p>
            <a:pPr algn="l"/>
            <a:r>
              <a:rPr lang="en-GB" dirty="0"/>
              <a:t>Age: 20 years</a:t>
            </a:r>
          </a:p>
          <a:p>
            <a:pPr algn="l"/>
            <a:r>
              <a:rPr lang="en-GB" dirty="0"/>
              <a:t>Reason: </a:t>
            </a:r>
            <a:r>
              <a:rPr lang="en-GB" dirty="0" err="1"/>
              <a:t>galvayne’s</a:t>
            </a:r>
            <a:r>
              <a:rPr lang="en-GB" dirty="0"/>
              <a:t> groove covers the whole length of the upper corner incisor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0F112F-E64E-C126-2FB6-E929BDF7AC35}"/>
              </a:ext>
            </a:extLst>
          </p:cNvPr>
          <p:cNvSpPr txBox="1"/>
          <p:nvPr/>
        </p:nvSpPr>
        <p:spPr>
          <a:xfrm>
            <a:off x="523666" y="4347029"/>
            <a:ext cx="92404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Sample 8: </a:t>
            </a:r>
          </a:p>
          <a:p>
            <a:pPr algn="l"/>
            <a:r>
              <a:rPr lang="en-GB" dirty="0"/>
              <a:t>Age: 1 year</a:t>
            </a:r>
          </a:p>
          <a:p>
            <a:pPr algn="l"/>
            <a:r>
              <a:rPr lang="en-GB" dirty="0"/>
              <a:t>Reason: full temporary mouth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72178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D6B8644-FD38-FCAA-755A-D2D34330057F}"/>
              </a:ext>
            </a:extLst>
          </p:cNvPr>
          <p:cNvSpPr txBox="1"/>
          <p:nvPr/>
        </p:nvSpPr>
        <p:spPr>
          <a:xfrm>
            <a:off x="611909" y="446314"/>
            <a:ext cx="109681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Sample 9:</a:t>
            </a:r>
          </a:p>
          <a:p>
            <a:pPr algn="l"/>
            <a:r>
              <a:rPr lang="en-GB" dirty="0"/>
              <a:t>Age: 7 years</a:t>
            </a:r>
          </a:p>
          <a:p>
            <a:pPr algn="l"/>
            <a:r>
              <a:rPr lang="en-GB" dirty="0"/>
              <a:t>Reason: full </a:t>
            </a:r>
            <a:r>
              <a:rPr lang="en-GB" dirty="0" err="1"/>
              <a:t>permenant</a:t>
            </a:r>
            <a:r>
              <a:rPr lang="en-GB" dirty="0"/>
              <a:t> mouth, hock in upper </a:t>
            </a:r>
            <a:r>
              <a:rPr lang="en-GB" dirty="0" err="1"/>
              <a:t>cr</a:t>
            </a:r>
            <a:r>
              <a:rPr lang="en-GB" dirty="0"/>
              <a:t> and </a:t>
            </a:r>
            <a:r>
              <a:rPr lang="en-GB" dirty="0" err="1"/>
              <a:t>infundibulums</a:t>
            </a:r>
            <a:r>
              <a:rPr lang="en-GB" dirty="0"/>
              <a:t> are clear at the same time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AC1D78-7948-4FA4-61F1-09082816C0D7}"/>
              </a:ext>
            </a:extLst>
          </p:cNvPr>
          <p:cNvSpPr txBox="1"/>
          <p:nvPr/>
        </p:nvSpPr>
        <p:spPr>
          <a:xfrm>
            <a:off x="611909" y="1831769"/>
            <a:ext cx="98713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Sample 10:</a:t>
            </a:r>
          </a:p>
          <a:p>
            <a:pPr algn="l"/>
            <a:r>
              <a:rPr lang="en-GB" dirty="0"/>
              <a:t>Age: 10/11 year</a:t>
            </a:r>
          </a:p>
          <a:p>
            <a:pPr algn="l"/>
            <a:r>
              <a:rPr lang="en-GB" dirty="0"/>
              <a:t>Reason: </a:t>
            </a:r>
            <a:r>
              <a:rPr lang="en-GB" dirty="0" err="1"/>
              <a:t>galvaynes</a:t>
            </a:r>
            <a:r>
              <a:rPr lang="en-GB" dirty="0"/>
              <a:t> groove reached the upper part of upper </a:t>
            </a:r>
            <a:r>
              <a:rPr lang="en-GB" dirty="0" err="1"/>
              <a:t>cr</a:t>
            </a:r>
            <a:r>
              <a:rPr lang="en-GB" dirty="0"/>
              <a:t>, Enamel rings at all incisors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E2D446-9365-301A-FB7F-AE1B4FBB1DF2}"/>
              </a:ext>
            </a:extLst>
          </p:cNvPr>
          <p:cNvSpPr txBox="1"/>
          <p:nvPr/>
        </p:nvSpPr>
        <p:spPr>
          <a:xfrm>
            <a:off x="611909" y="3217224"/>
            <a:ext cx="109681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Sample 11:</a:t>
            </a:r>
          </a:p>
          <a:p>
            <a:pPr algn="l"/>
            <a:r>
              <a:rPr lang="en-GB" dirty="0"/>
              <a:t>Age: 25 year</a:t>
            </a:r>
          </a:p>
          <a:p>
            <a:pPr algn="l"/>
            <a:r>
              <a:rPr lang="en-GB" dirty="0"/>
              <a:t>Reason: </a:t>
            </a:r>
            <a:r>
              <a:rPr lang="en-GB" dirty="0" err="1"/>
              <a:t>galvayne’s</a:t>
            </a:r>
            <a:r>
              <a:rPr lang="en-GB" dirty="0"/>
              <a:t> groove disappeared from above to middle of upper </a:t>
            </a:r>
            <a:r>
              <a:rPr lang="en-GB" dirty="0" err="1"/>
              <a:t>cr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855890-BADF-8D8D-FD23-AE74D28194D7}"/>
              </a:ext>
            </a:extLst>
          </p:cNvPr>
          <p:cNvSpPr txBox="1"/>
          <p:nvPr/>
        </p:nvSpPr>
        <p:spPr>
          <a:xfrm>
            <a:off x="611909" y="4602679"/>
            <a:ext cx="84265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Sample 12:</a:t>
            </a:r>
          </a:p>
          <a:p>
            <a:pPr algn="l"/>
            <a:r>
              <a:rPr lang="en-GB" dirty="0"/>
              <a:t>Age: 6 years</a:t>
            </a:r>
          </a:p>
          <a:p>
            <a:pPr algn="l"/>
            <a:r>
              <a:rPr lang="en-GB" dirty="0"/>
              <a:t>Reason: shelly appearance of incisors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1662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Mesh</vt:lpstr>
      <vt:lpstr>Dentition of horse exam</vt:lpstr>
      <vt:lpstr>What is the age of the animal? And why?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Answers: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Dentition of horse exam</dc:title>
  <dc:creator>Yousef Samir</dc:creator>
  <cp:lastModifiedBy>Yousef Samir</cp:lastModifiedBy>
  <cp:revision>1</cp:revision>
  <dcterms:created xsi:type="dcterms:W3CDTF">2026-04-25T12:54:27Z</dcterms:created>
  <dcterms:modified xsi:type="dcterms:W3CDTF">2026-04-25T14:26:06Z</dcterms:modified>
</cp:coreProperties>
</file>